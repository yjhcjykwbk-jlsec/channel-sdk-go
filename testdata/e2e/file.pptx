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SDK E2E PPTX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Generated test fixture for upload/download E2E.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